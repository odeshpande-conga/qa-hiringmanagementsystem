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D4FF"/>
                </a:solidFill>
              </a:defRPr>
            </a:pPr>
            <a:r>
              <a:t>QA Automation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CCCCCC"/>
                </a:solidFill>
              </a:defRPr>
            </a:pPr>
            <a:r>
              <a:t>Hiring Management System — End-to-End API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5720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666666"/>
                </a:solidFill>
              </a:defRPr>
            </a:pPr>
            <a:r>
              <a:t>Java 11  |  Maven  |  TestNG 7.9  |  RestAssured 5.4  |  Gson  |  Agent-Driven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53035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66666"/>
                </a:solidFill>
              </a:defRPr>
            </a:pPr>
            <a:r>
              <a:t>Target: github.com/odeshpande-conga/HiringManagementSystem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66666"/>
                </a:solidFill>
              </a:defRPr>
            </a:pPr>
            <a:r>
              <a:t>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4FF"/>
                </a:solidFill>
              </a:defRPr>
            </a:pPr>
            <a:r>
              <a:t>📋 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1.  Project Overview &amp; Objectives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2.  Technology Stack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3.  Framework Architecture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4.  Agent-Driven QA Pipeline (6 Steps)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5.  API Coverage (16 APIs)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6.  UML &amp; Sequence Diagrams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7.  Key Design Decisions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8.  Scalability &amp;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4FF"/>
                </a:solidFill>
              </a:defRPr>
            </a:pPr>
            <a:r>
              <a:t>🎯 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Fully automated API test generation framework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Agent-driven workflow — zero manual intervention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Requirement → Test Cases → Code → Execution → PR (single pipeline)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Covers 16 REST APIs across 6 modules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Data-driven approach: JSON files → HashMap → POJOs → API calls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Benefits: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90% reduction in manual test writing effort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Consistent test patterns across all modules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Immediate feedback loop on API changes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Full traceability from requirement to test result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4FF"/>
                </a:solidFill>
              </a:defRPr>
            </a:pPr>
            <a:r>
              <a:t>🛠️ Technology Stack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09728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Technology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Version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Language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Java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Core programming language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Build Tool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Apache Maven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3.x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Dependency &amp; build management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Test Framework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TestNG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7.9.0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Test execution &amp; reporting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API Client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RestAssured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5.4.0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HTTP request/response handling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Serialization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Gson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2.10.1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POJO → JSON conversion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JSON Parsing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Jackson Databind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2.16.1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File → HashMap deserialization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Excel Handling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Apache POI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5.2.5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Test case management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Reporting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Extent Reports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5.1.1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Rich HTML test reports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Logging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Log4j 2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2.22.1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Application logging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4FF"/>
                </a:solidFill>
              </a:defRPr>
            </a:pPr>
            <a:r>
              <a:t>🏗️ Framework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br/>
            <a:pPr>
              <a:defRPr sz="1100">
                <a:solidFill>
                  <a:srgbClr val="C9D1D9"/>
                </a:solidFill>
                <a:latin typeface="Consolas"/>
              </a:defRPr>
            </a:pPr>
            <a:r>
              <a:t>    ┌─────────────────────────────────────────────────────────────────────┐</a:t>
            </a:r>
            <a:br/>
            <a:r>
              <a:t>    │                      QA AUTOMATION FRAMEWORK                         │</a:t>
            </a:r>
            <a:br/>
            <a:r>
              <a:t>    ├─────────────────────────────────────────────────────────────────────┤</a:t>
            </a:r>
            <a:br/>
            <a:r>
              <a:t>    │                                                                      │</a:t>
            </a:r>
            <a:br/>
            <a:r>
              <a:t>    │  TEST LAYER: AuthTests | JobsTests | AppTests | ProfileTests        │</a:t>
            </a:r>
            <a:br/>
            <a:r>
              <a:t>    │                              │                                       │</a:t>
            </a:r>
            <a:br/>
            <a:r>
              <a:t>    │                              ▼                                       │</a:t>
            </a:r>
            <a:br/>
            <a:r>
              <a:t>    │  BASE TEST: Authentication + Config Loading (BaseTest.java)         │</a:t>
            </a:r>
            <a:br/>
            <a:r>
              <a:t>    │                              │                                       │</a:t>
            </a:r>
            <a:br/>
            <a:r>
              <a:t>    │                              ▼                                       │</a:t>
            </a:r>
            <a:br/>
            <a:r>
              <a:t>    │  ORCHESTRATION: ActorHelper (Build Payload + Gson + RestUtils)      │</a:t>
            </a:r>
            <a:br/>
            <a:r>
              <a:t>    │                              │                                       │</a:t>
            </a:r>
            <a:br/>
            <a:r>
              <a:t>    │              ┌───────────────┼───────────────┐                      │</a:t>
            </a:r>
            <a:br/>
            <a:r>
              <a:t>    │              ▼               ▼               ▼                      │</a:t>
            </a:r>
            <a:br/>
            <a:r>
              <a:t>    │  POJO Layer        RestUtils (HTTP)     CommonMethod (Data)         │</a:t>
            </a:r>
            <a:br/>
            <a:r>
              <a:t>    │  createPayload()   post/get/put/del     readTestData()              │</a:t>
            </a:r>
            <a:br/>
            <a:r>
              <a:t>    │                              │                                       │</a:t>
            </a:r>
            <a:br/>
            <a:r>
              <a:t>    │                              ▼                                       │</a:t>
            </a:r>
            <a:br/>
            <a:r>
              <a:t>    │  EXTERNAL: HiringManagementSystem REST APIs (16 endpoints)          │</a:t>
            </a:r>
            <a:br/>
            <a:r>
              <a:t>    └─────────────────────────────────────────────────────────────────────┘</a:t>
            </a:r>
            <a:b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4FF"/>
                </a:solidFill>
              </a:defRPr>
            </a:pPr>
            <a:r>
              <a:t>🔄 Data Flow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br/>
            <a:pPr>
              <a:defRPr sz="1100">
                <a:solidFill>
                  <a:srgbClr val="C9D1D9"/>
                </a:solidFill>
                <a:latin typeface="Consolas"/>
              </a:defRPr>
            </a:pPr>
            <a:r>
              <a:t>    ┌─────────────┐     ┌───────────────┐     ┌────────────────┐     ┌──────────────┐     ┌─────────┐</a:t>
            </a:r>
            <a:br/>
            <a:r>
              <a:t>    │  JSON File  │────▶│ CommonMethod  │────▶│  ActorHelper   │────▶│  RestUtils   │────▶│   API   │</a:t>
            </a:r>
            <a:br/>
            <a:r>
              <a:t>    │  (testdata) │     │ readTestData()│     │  createJob()   │     │   post()     │     │ Server  │</a:t>
            </a:r>
            <a:br/>
            <a:r>
              <a:t>    │             │     │               │     │                │     │              │     │         │</a:t>
            </a:r>
            <a:br/>
            <a:r>
              <a:t>    │ key:value   │     │ HashMap&lt;S,S&gt;  │     │ POJO→Gson→JSON │     │ HTTP Request │     │ REST    │</a:t>
            </a:r>
            <a:br/>
            <a:r>
              <a:t>    └─────────────┘     └───────────────┘     └────────────────┘     └──────────────┘     └────┬────┘</a:t>
            </a:r>
            <a:br/>
            <a:r>
              <a:t>                                                                                                │</a:t>
            </a:r>
            <a:br/>
            <a:r>
              <a:t>    ┌─────────────┐     ┌───────────────┐     ┌────────────────┐     ┌──────────────┐          │</a:t>
            </a:r>
            <a:br/>
            <a:r>
              <a:t>    │  Test Case  │◀────│  Assertions   │◀────│  ActorHelper   │◀────│  RestUtils   │◀─────────┘</a:t>
            </a:r>
            <a:br/>
            <a:r>
              <a:t>    │  (verify)   │     │ Assert.equals │     │  return resp   │     │  Response    │</a:t>
            </a:r>
            <a:br/>
            <a:r>
              <a:t>    └─────────────┘     └───────────────┘     └────────────────┘     └──────────────┘</a:t>
            </a:r>
            <a:br/>
            <a:br/>
            <a:br/>
            <a:r>
              <a:t>    Flow: JSON → HashMap → POJO → Gson → JSON String → HTTP → Response → Assert</a:t>
            </a:r>
            <a:b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4FF"/>
                </a:solidFill>
              </a:defRPr>
            </a:pPr>
            <a:r>
              <a:t>🤖 Agent-Driven QA Pipeline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097280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Step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Skill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Input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Output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Quality Gate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requirement-understanding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User Story (.docx)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Requirements list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All reqs extracted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testcase-generation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Requirements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Excel test cases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Cases documented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pojo-evaluation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API contracts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Java POJO classes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createPayload() exists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code-generation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Test cases + POJOs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TestNG classes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Compiles without errors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test-execution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Test classes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Pass/Fail report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100% pass rate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git-push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Passing code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Pull Request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PR created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4FF"/>
                </a:solidFill>
              </a:defRPr>
            </a:pPr>
            <a:r>
              <a:t>📊 API Coverage — 16 APIs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09728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Module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Endpoints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Methods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Auth Required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🔐 Authentication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💼 Jobs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GET, POST, PUT, DELETE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Yes (Recruiter)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📄 Applications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GET, POST, PUT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Yes (Candidate/Recruiter)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👤 User Profile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GET, PUT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📂 File Upload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POST (multipart)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🛡️ Admin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GET, DELETE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Yes (Admin)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Full CRUD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Role-based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4FF"/>
                </a:solidFill>
              </a:defRPr>
            </a:pPr>
            <a:r>
              <a:t>📐 Class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br/>
            <a:pPr>
              <a:defRPr sz="1100">
                <a:solidFill>
                  <a:srgbClr val="C9D1D9"/>
                </a:solidFill>
                <a:latin typeface="Consolas"/>
              </a:defRPr>
            </a:pPr>
            <a:r>
              <a:t>    ┌────────────────────────────┐       ┌────────────────────────────┐</a:t>
            </a:r>
            <a:br/>
            <a:r>
              <a:t>    │         BaseTest           │       │       URLGenerator         │</a:t>
            </a:r>
            <a:br/>
            <a:r>
              <a:t>    ├────────────────────────────┤       ├────────────────────────────┤</a:t>
            </a:r>
            <a:br/>
            <a:r>
              <a:t>    │ # properties: Properties   │       │ + AUTH_REGISTER: String    │</a:t>
            </a:r>
            <a:br/>
            <a:r>
              <a:t>    │ # accessToken: String      │       │ + JOBS: String             │</a:t>
            </a:r>
            <a:br/>
            <a:r>
              <a:t>    │ # restUtils: RestUtils     │       │ + APPLICATIONS: String     │</a:t>
            </a:r>
            <a:br/>
            <a:r>
              <a:t>    ├────────────────────────────┤       │ + USER_PROFILE: String     │</a:t>
            </a:r>
            <a:br/>
            <a:r>
              <a:t>    │ + setUpWithRole(): String  │       │ + ADMIN_USERS: String      │</a:t>
            </a:r>
            <a:br/>
            <a:r>
              <a:t>    │ + generateAccessToken()    │       └────────────────────────────┘</a:t>
            </a:r>
            <a:br/>
            <a:r>
              <a:t>    │ + getAdminToken()          │</a:t>
            </a:r>
            <a:br/>
            <a:r>
              <a:t>    │ + getRecruiterToken()      │</a:t>
            </a:r>
            <a:br/>
            <a:r>
              <a:t>    │ + getCandidateToken()      │</a:t>
            </a:r>
            <a:br/>
            <a:r>
              <a:t>    └────────────┬───────────────┘</a:t>
            </a:r>
            <a:br/>
            <a:r>
              <a:t>                 │ extends</a:t>
            </a:r>
            <a:br/>
            <a:r>
              <a:t>    ┌────────────▼───────────────┐       ┌────────────────────────────┐</a:t>
            </a:r>
            <a:br/>
            <a:r>
              <a:t>    │        SampleTest          │       │        RestUtils           │</a:t>
            </a:r>
            <a:br/>
            <a:r>
              <a:t>    └────────────────────────────┘       ├────────────────────────────┤</a:t>
            </a:r>
            <a:br/>
            <a:r>
              <a:t>                                         │ + post(url, body): Resp    │</a:t>
            </a:r>
            <a:br/>
            <a:r>
              <a:t>    ┌────────────────────────────┐       │ + get(url): Response       │</a:t>
            </a:r>
            <a:br/>
            <a:r>
              <a:t>    │       ActorHelper          │◆─────▶│ + put(url, body): Resp     │</a:t>
            </a:r>
            <a:br/>
            <a:r>
              <a:t>    ├────────────────────────────┤       │ + delete(url): Response    │</a:t>
            </a:r>
            <a:br/>
            <a:r>
              <a:t>    │ + createJob(): Response    │       │ + uploadFile(): Response   │</a:t>
            </a:r>
            <a:br/>
            <a:r>
              <a:t>    │ + applyForJob(): Response  │       └────────────────────────────┘</a:t>
            </a:r>
            <a:br/>
            <a:r>
              <a:t>    │ + getUserProfile(): Resp   │</a:t>
            </a:r>
            <a:br/>
            <a:r>
              <a:t>    │ + deleteUser(): Response   │       ┌────────────────────────────┐</a:t>
            </a:r>
            <a:br/>
            <a:r>
              <a:t>    └────────────────────────────┘──────▶│     POJO Classes           │</a:t>
            </a:r>
            <a:br/>
            <a:r>
              <a:t>                                         │  + createPayload(): POJO   │</a:t>
            </a:r>
            <a:br/>
            <a:r>
              <a:t>                                         └────────────────────────────┘</a:t>
            </a:r>
            <a:b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4FF"/>
                </a:solidFill>
              </a:defRPr>
            </a:pPr>
            <a:r>
              <a:t>🔀 Sequence Diagram — Create Job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br/>
            <a:pPr>
              <a:defRPr sz="1100">
                <a:solidFill>
                  <a:srgbClr val="C9D1D9"/>
                </a:solidFill>
                <a:latin typeface="Consolas"/>
              </a:defRPr>
            </a:pPr>
            <a:r>
              <a:t>    Test        CommonMethod   ActorHelper   POJO         RestUtils      API</a:t>
            </a:r>
            <a:br/>
            <a:r>
              <a:t>     │               │              │           │             │            │</a:t>
            </a:r>
            <a:br/>
            <a:r>
              <a:t>     │readTestData() │              │           │             │            │</a:t>
            </a:r>
            <a:br/>
            <a:r>
              <a:t>     │──────────────▶│              │           │             │            │</a:t>
            </a:r>
            <a:br/>
            <a:r>
              <a:t>     │  HashMap      │              │           │             │            │</a:t>
            </a:r>
            <a:br/>
            <a:r>
              <a:t>     │◀──────────────│              │           │             │            │</a:t>
            </a:r>
            <a:br/>
            <a:r>
              <a:t>     │               │              │           │             │            │</a:t>
            </a:r>
            <a:br/>
            <a:r>
              <a:t>     │    createJob(testData)       │           │             │            │</a:t>
            </a:r>
            <a:br/>
            <a:r>
              <a:t>     │─────────────────────────────▶│           │             │            │</a:t>
            </a:r>
            <a:br/>
            <a:r>
              <a:t>     │               │              │createPld()│             │            │</a:t>
            </a:r>
            <a:br/>
            <a:r>
              <a:t>     │               │              │──────────▶│             │            │</a:t>
            </a:r>
            <a:br/>
            <a:r>
              <a:t>     │               │              │ POJO obj  │             │            │</a:t>
            </a:r>
            <a:br/>
            <a:r>
              <a:t>     │               │              │◀──────────│             │            │</a:t>
            </a:r>
            <a:br/>
            <a:r>
              <a:t>     │               │              │           │             │            │</a:t>
            </a:r>
            <a:br/>
            <a:r>
              <a:t>     │               │              │ gson.toJson() → JSON    │            │</a:t>
            </a:r>
            <a:br/>
            <a:r>
              <a:t>     │               │              │           │             │            │</a:t>
            </a:r>
            <a:br/>
            <a:r>
              <a:t>     │               │              │   post(url, json)       │            │</a:t>
            </a:r>
            <a:br/>
            <a:r>
              <a:t>     │               │              │────────────────────────▶│            │</a:t>
            </a:r>
            <a:br/>
            <a:r>
              <a:t>     │               │              │           │             │POST /jobs  │</a:t>
            </a:r>
            <a:br/>
            <a:r>
              <a:t>     │               │              │           │             │───────────▶│</a:t>
            </a:r>
            <a:br/>
            <a:r>
              <a:t>     │               │              │           │             │  201       │</a:t>
            </a:r>
            <a:br/>
            <a:r>
              <a:t>     │               │              │           │             │◀───────────│</a:t>
            </a:r>
            <a:br/>
            <a:r>
              <a:t>     │               │              │  Response │             │            │</a:t>
            </a:r>
            <a:br/>
            <a:r>
              <a:t>     │               │              │◀────────────────────────│            │</a:t>
            </a:r>
            <a:br/>
            <a:r>
              <a:t>     │    Response   │              │           │             │            │</a:t>
            </a:r>
            <a:br/>
            <a:r>
              <a:t>     │◀─────────────────────────────│           │             │            │</a:t>
            </a:r>
            <a:br/>
            <a:r>
              <a:t>     │Assert(201) ✓  │              │           │             │            │</a:t>
            </a:r>
            <a:b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4FF"/>
                </a:solidFill>
              </a:defRPr>
            </a:pPr>
            <a:r>
              <a:t>💡 Key Design Decisions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097280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Decision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Rationale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Benefit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ActorHelper as single entry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Abstracts API complexity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Tests stay clean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BaseTest for auth only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Separation of concerns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Clear responsibility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HashMap as data carrier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Decouples JSON from POJOs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Flexible data source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createPayload() in POJO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Each POJO owns structure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Self-contained models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Gson for serialization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Fine-grained JSON control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Custom payloads easy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Exception on non-200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Fail-fast approach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Issues caught immediately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prettyPrint() everywhere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Full debugging visibility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Easy troubleshooting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Static URLGenerator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Single source of truth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Easy maintenance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4FF"/>
                </a:solidFill>
              </a:defRPr>
            </a:pPr>
            <a:r>
              <a:t>📈 Scalability &amp; Extensibility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097280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Scenario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Action Required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Files Changed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Add new API endpoint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Add constant to URLGenerator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1 file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Add new API module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Create POJO + ActorHelper method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2 files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Switch environment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Update base.url in config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1 file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Add new test scenario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Add JSON file + test method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2 files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Enable parallel execution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Update testng.xml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1 file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CI/CD integration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Add mvn clean test to pipeline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1 config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D4FF"/>
                </a:solidFill>
              </a:defRPr>
            </a:pPr>
            <a:r>
              <a:t>✅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CCCCCC"/>
                </a:solidFill>
              </a:defRPr>
            </a:pPr>
            <a:r>
              <a:t>16 APIs | 6-Layer Architecture | 6 Agent Skills | 100% Autonomous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D4FF"/>
                </a:solidFill>
              </a:defRPr>
            </a:pPr>
            <a:r>
              <a:t>Delivered: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  ✓ Complete layered framework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  ✓ Agent-driven pipeline (Req → PR)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  ✓ Full API coverage (16 endpoints)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  ✓ Reusable components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  ✓ Data-driven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411480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7B2FF7"/>
                </a:solidFill>
              </a:defRPr>
            </a:pPr>
            <a:r>
              <a:t>Next Steps:</a:t>
            </a:r>
          </a:p>
          <a:p>
            <a:pPr>
              <a:defRPr sz="1600">
                <a:solidFill>
                  <a:srgbClr val="CCCCCC"/>
                </a:solidFill>
              </a:defRPr>
            </a:pPr>
            <a:r>
              <a:t>  → CI/CD pipeline (GitHub Actions)</a:t>
            </a:r>
          </a:p>
          <a:p>
            <a:pPr>
              <a:defRPr sz="1600">
                <a:solidFill>
                  <a:srgbClr val="CCCCCC"/>
                </a:solidFill>
              </a:defRPr>
            </a:pPr>
            <a:r>
              <a:t>  → Performance testing</a:t>
            </a:r>
          </a:p>
          <a:p>
            <a:pPr>
              <a:defRPr sz="1600">
                <a:solidFill>
                  <a:srgbClr val="CCCCCC"/>
                </a:solidFill>
              </a:defRPr>
            </a:pPr>
            <a:r>
              <a:t>  → Contract/Schema testing</a:t>
            </a:r>
          </a:p>
          <a:p>
            <a:pPr>
              <a:defRPr sz="1600">
                <a:solidFill>
                  <a:srgbClr val="CCCCCC"/>
                </a:solidFill>
              </a:defRPr>
            </a:pPr>
            <a:r>
              <a:t>  → Test metrics dashboard</a:t>
            </a:r>
          </a:p>
          <a:p>
            <a:pPr>
              <a:defRPr sz="1600">
                <a:solidFill>
                  <a:srgbClr val="CCCCCC"/>
                </a:solidFill>
              </a:defRPr>
            </a:pPr>
            <a:r>
              <a:t>  → Multi-environment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D4FF"/>
                </a:solidFill>
              </a:defRPr>
            </a:pPr>
            <a:r>
              <a:t>Thank You! 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CCCCCC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